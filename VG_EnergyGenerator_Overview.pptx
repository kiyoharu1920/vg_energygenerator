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6B6D4"/>
                </a:solidFill>
              </a:rPr>
              <a:t>VG Energy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</a:rPr>
              <a:t>カードファイト!! ヴァンガード
エネルギーカウンター管理ツール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サービス概要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VG Energy Generator は、カードファイト!! ヴァンガードの
《エネルギージェネレーター》専用の
デジタルカウンター管理ウェブアプリです。
対戦中の2人のプレイヤーが、それぞれのエネルギー値を
スマートフォンやタブレットで手軽に管理できます。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対象カード：《エネルギージェネレーター/Energy Generator》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ライドデッキクレスト　｜　エネルギーを最大10個まで保持
ライドフェイズ開始時に【エネルギーチャージ】(3)　｜　【エネルギーブラスト】(7)で1枚ドロー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主要機能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◆ エネルギーゲージ表示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0〜10のセルをタップ/クリックで直感的に値を設定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◆ ステップボタン操作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-7 / -3 / -1 / +1 / +3 の各ボタンで素早く増減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◆ 2プレイヤー同時管理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P1・P2のゲージを1画面に縦並びで表示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017520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3F5E"/>
                </a:solidFill>
              </a:rPr>
              <a:t>◆ ドラッグ&amp;ドロップ操作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ゲージ上をスライドするだけでエネルギーを変更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79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46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◆ セルサイズ調整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リサイズハンドルで好みの大きさに変更可能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54879"/>
            <a:ext cx="5486400" cy="1554480"/>
          </a:xfrm>
          <a:prstGeom prst="rect">
            <a:avLst/>
          </a:prstGeom>
          <a:solidFill>
            <a:srgbClr val="1E2A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◆ ダーク/ライトテーマ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4923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中央ボタンでテーマを瞬時に切り替え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対象ユーザー・利用シーン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ヴァンガードプレイヤー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65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エネルギージェネレーターを使用したデッキを使うプレイヤー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47120" cy="137160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大会・イベント参加者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20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素早く正確にエネルギー管理を行いたい競技プレイヤー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1247120" cy="137160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822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スマートフォン・タブレット利用者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74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物理カウンターの代わりにデジタルで管理したいユーザー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主な利用シーン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035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友人との対戦  ／  公式大会  ／  配信・観戦補助  ／  デッキテスト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技術スタック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011680"/>
          </a:xfrm>
          <a:prstGeom prst="rect">
            <a:avLst/>
          </a:prstGeom>
          <a:solidFill>
            <a:srgbClr val="1E2A3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</a:rPr>
              <a:t>Next.js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Reactベースのフルスタックフレームワーク
App Router / Server Components対応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486400" cy="2011680"/>
          </a:xfrm>
          <a:prstGeom prst="rect">
            <a:avLst/>
          </a:prstGeom>
          <a:solidFill>
            <a:srgbClr val="1E2A3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</a:rP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型安全な開発で高い保守性を実現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0" cy="2011680"/>
          </a:xfrm>
          <a:prstGeom prst="rect">
            <a:avLst/>
          </a:prstGeom>
          <a:solidFill>
            <a:srgbClr val="1E2A3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ユーティリティファーストCSSで
レスポンシブデザインを高速構築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657600"/>
            <a:ext cx="5486400" cy="2011680"/>
          </a:xfrm>
          <a:prstGeom prst="rect">
            <a:avLst/>
          </a:prstGeom>
          <a:solidFill>
            <a:srgbClr val="1E2A3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3F5E"/>
                </a:solidFill>
              </a:rPr>
              <a:t>React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useState / useRef による
リアクティブな状態管理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B6D4"/>
                </a:solidFill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エネルギー管理の正確性向上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0〜10の視覚的ゲージで、計数ミスをなくす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操作性の高さ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タップ・ドラッグ・ステップボタンで直感的操作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7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2プレイヤー対応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4339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対面で向き合ったまま1デバイスで両者が管理可能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カスタマイズ性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623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セルサイズ・テーマを好みに合わせて調整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VG Energy Generator — 対戦をもっとスマートに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